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4660"/>
  </p:normalViewPr>
  <p:slideViewPr>
    <p:cSldViewPr snapToGrid="0">
      <p:cViewPr varScale="1">
        <p:scale>
          <a:sx n="67" d="100"/>
          <a:sy n="67" d="100"/>
        </p:scale>
        <p:origin x="8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16606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4081061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561127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705251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49897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679718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703611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935459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1094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4278911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265953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94903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51544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13351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42966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204011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630666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0E7673-FCD1-497A-9D96-75FFBE9C8C64}" type="datetimeFigureOut">
              <a:rPr lang="es-VE" smtClean="0"/>
              <a:t>8/6/2026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3BF81-917B-4C10-80FB-FEE1098DC97A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667817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595E78-BE84-EDCE-276C-6ADA63BBA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8713" y="1111184"/>
            <a:ext cx="6918722" cy="1446279"/>
          </a:xfrm>
        </p:spPr>
        <p:txBody>
          <a:bodyPr>
            <a:normAutofit/>
          </a:bodyPr>
          <a:lstStyle/>
          <a:p>
            <a:r>
              <a:rPr lang="es-VE" dirty="0"/>
              <a:t>Procedimientos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4F6FCE1-2FC1-4467-4EF0-A9BE80ACB175}"/>
              </a:ext>
            </a:extLst>
          </p:cNvPr>
          <p:cNvSpPr txBox="1"/>
          <p:nvPr/>
        </p:nvSpPr>
        <p:spPr>
          <a:xfrm>
            <a:off x="5511404" y="2875002"/>
            <a:ext cx="691872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VE" sz="6600" dirty="0"/>
              <a:t>ALMACENADOS</a:t>
            </a:r>
          </a:p>
        </p:txBody>
      </p:sp>
    </p:spTree>
    <p:extLst>
      <p:ext uri="{BB962C8B-B14F-4D97-AF65-F5344CB8AC3E}">
        <p14:creationId xmlns:p14="http://schemas.microsoft.com/office/powerpoint/2010/main" val="14708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AD0CC-7D8A-A193-E844-1874FD437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b="1" dirty="0"/>
              <a:t>Definición de Procedimiento Almacenado (SQL)</a:t>
            </a:r>
            <a:br>
              <a:rPr lang="es-ES" b="1" dirty="0"/>
            </a:br>
            <a:endParaRPr lang="es-V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80D516-BC3F-9C9F-45DB-74693D248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4000" dirty="0"/>
              <a:t>Un </a:t>
            </a:r>
            <a:r>
              <a:rPr lang="es-ES" sz="4000" b="1" dirty="0"/>
              <a:t>procedimiento almacenado</a:t>
            </a:r>
            <a:r>
              <a:rPr lang="es-ES" sz="4000" dirty="0"/>
              <a:t> es un conjunto de una o más instrucciones SQL </a:t>
            </a:r>
            <a:r>
              <a:rPr lang="es-ES" sz="4000" dirty="0" err="1"/>
              <a:t>precompiladas</a:t>
            </a:r>
            <a:r>
              <a:rPr lang="es-ES" sz="4000" dirty="0"/>
              <a:t> y almacenadas en el servidor de la base de datos. Se ejecuta como una unidad para realizar una tarea específica (como insertar, actualizar, eliminar o consultar datos).</a:t>
            </a:r>
            <a:endParaRPr lang="es-VE" sz="4000" dirty="0"/>
          </a:p>
        </p:txBody>
      </p:sp>
    </p:spTree>
    <p:extLst>
      <p:ext uri="{BB962C8B-B14F-4D97-AF65-F5344CB8AC3E}">
        <p14:creationId xmlns:p14="http://schemas.microsoft.com/office/powerpoint/2010/main" val="4014146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E5C5C6-D2DB-1E82-7F36-9D0CA8027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b="1" dirty="0"/>
              <a:t>Características principales:</a:t>
            </a:r>
            <a:br>
              <a:rPr lang="es-VE" b="1" dirty="0"/>
            </a:br>
            <a:endParaRPr lang="es-V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A932B6-44A9-DAAD-7C5F-64B374166B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1952637"/>
            <a:ext cx="1189620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Reutilizable: Se puede llamar múltiples veces desde diferentes aplicaciones.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Parametrizable: Puede recibir parámetros de entrada y devolver valores de salida.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Precompilado</a:t>
            </a:r>
            <a:r>
              <a:rPr kumimoji="0" lang="es-VE" altLang="es-VE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El motor de base de datos optimiza su plan de ejecución la primera vez, mejorando el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Seguro: Ayuda a prevenir inyecciones SQL y permite controlar permisos a nivel de procedimiento.</a:t>
            </a:r>
          </a:p>
        </p:txBody>
      </p:sp>
    </p:spTree>
    <p:extLst>
      <p:ext uri="{BB962C8B-B14F-4D97-AF65-F5344CB8AC3E}">
        <p14:creationId xmlns:p14="http://schemas.microsoft.com/office/powerpoint/2010/main" val="2318230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6726D34-DEC0-36D0-EEBB-2BAE91148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428735"/>
            <a:ext cx="10155067" cy="200052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4FCC656-B666-1BB2-2988-38DC522A4463}"/>
              </a:ext>
            </a:extLst>
          </p:cNvPr>
          <p:cNvSpPr txBox="1"/>
          <p:nvPr/>
        </p:nvSpPr>
        <p:spPr>
          <a:xfrm>
            <a:off x="7415213" y="542925"/>
            <a:ext cx="2986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VE" dirty="0"/>
              <a:t>Seleccione</a:t>
            </a:r>
          </a:p>
        </p:txBody>
      </p:sp>
      <p:cxnSp>
        <p:nvCxnSpPr>
          <p:cNvPr id="9" name="Conector: angular 8">
            <a:extLst>
              <a:ext uri="{FF2B5EF4-FFF2-40B4-BE49-F238E27FC236}">
                <a16:creationId xmlns:a16="http://schemas.microsoft.com/office/drawing/2014/main" id="{219CFFD3-EA56-8BBC-AAA5-DC45E5A7F854}"/>
              </a:ext>
            </a:extLst>
          </p:cNvPr>
          <p:cNvCxnSpPr/>
          <p:nvPr/>
        </p:nvCxnSpPr>
        <p:spPr>
          <a:xfrm rot="16200000" flipH="1">
            <a:off x="8308181" y="1335881"/>
            <a:ext cx="2671762" cy="1514475"/>
          </a:xfrm>
          <a:prstGeom prst="bentConnector3">
            <a:avLst>
              <a:gd name="adj1" fmla="val 802"/>
            </a:avLst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425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7B41F79-B39D-76FC-4210-5E3D062AA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179" y="928622"/>
            <a:ext cx="1543265" cy="94310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84C5BDF-BD52-FD8E-C4B7-4FF0C979C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52" y="1985897"/>
            <a:ext cx="4977298" cy="452500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A1D7D46-0C5E-38EC-08B7-A8726CBC6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0225" y="1871728"/>
            <a:ext cx="6687483" cy="4525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742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3592DB-DC2D-F711-8788-3C54ED5A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0" y="764373"/>
            <a:ext cx="9505950" cy="1293028"/>
          </a:xfrm>
        </p:spPr>
        <p:txBody>
          <a:bodyPr/>
          <a:lstStyle/>
          <a:p>
            <a:r>
              <a:rPr lang="es-VE" dirty="0"/>
              <a:t>Por consola </a:t>
            </a:r>
            <a:r>
              <a:rPr lang="es-VE" dirty="0" err="1"/>
              <a:t>sql</a:t>
            </a:r>
            <a:endParaRPr lang="es-V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A557746-485A-F189-EE91-97171C825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49" y="2328863"/>
            <a:ext cx="9139943" cy="4294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910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2D62C2-A9D7-B752-1F35-32F1D8828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dirty="0"/>
              <a:t>Ejecutar procedimiento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4795679-3A86-53DD-A135-C7CB70E10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16202"/>
            <a:ext cx="5906198" cy="342559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A4EA84B5-C086-756C-29B0-5F26875B41EB}"/>
              </a:ext>
            </a:extLst>
          </p:cNvPr>
          <p:cNvSpPr txBox="1"/>
          <p:nvPr/>
        </p:nvSpPr>
        <p:spPr>
          <a:xfrm>
            <a:off x="6933010" y="2487096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VE" dirty="0"/>
              <a:t>CALL </a:t>
            </a:r>
            <a:r>
              <a:rPr lang="es-VE" dirty="0" err="1"/>
              <a:t>Consulta_Alumnos</a:t>
            </a:r>
            <a:r>
              <a:rPr lang="es-VE" dirty="0"/>
              <a:t>(111111);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79AC781-A7E7-8298-757E-6B4AB34DC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974" y="4298717"/>
            <a:ext cx="2741089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644538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Estela de condensación</Template>
  <TotalTime>33</TotalTime>
  <Words>133</Words>
  <Application>Microsoft Office PowerPoint</Application>
  <PresentationFormat>Panorámica</PresentationFormat>
  <Paragraphs>13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Century Gothic</vt:lpstr>
      <vt:lpstr>Estela de condensación</vt:lpstr>
      <vt:lpstr>Procedimientos</vt:lpstr>
      <vt:lpstr>Definición de Procedimiento Almacenado (SQL) </vt:lpstr>
      <vt:lpstr>Características principales: </vt:lpstr>
      <vt:lpstr>Presentación de PowerPoint</vt:lpstr>
      <vt:lpstr>Presentación de PowerPoint</vt:lpstr>
      <vt:lpstr>Por consola sql</vt:lpstr>
      <vt:lpstr>Ejecutar procedimiento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Procedimientos</dc:title>
  <dc:creator>juan alburgas</dc:creator>
  <cp:lastModifiedBy>juan alburgas</cp:lastModifiedBy>
  <cp:revision>6</cp:revision>
  <dcterms:created xsi:type="dcterms:W3CDTF">2026-06-08T13:58:50Z</dcterms:created>
  <dcterms:modified xsi:type="dcterms:W3CDTF">2026-06-08T14:37:23Z</dcterms:modified>
</cp:coreProperties>
</file>